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47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1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05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95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11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94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37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620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55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15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871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020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531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903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710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30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72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9153DD-B4A8-4FA3-B4FB-5E972FEF00C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1E8186-9D04-46EB-A996-B2F0DA40C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97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3094-4BA6-5746-0420-605E1DA95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1163107"/>
          </a:xfrm>
        </p:spPr>
        <p:txBody>
          <a:bodyPr/>
          <a:lstStyle/>
          <a:p>
            <a:r>
              <a:rPr lang="en-US" dirty="0"/>
              <a:t>SMART PLANNER LMS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76FB7-4F05-BB6B-309D-70553CAE4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6302" y="2833159"/>
            <a:ext cx="6987645" cy="1756833"/>
          </a:xfrm>
        </p:spPr>
        <p:txBody>
          <a:bodyPr>
            <a:noAutofit/>
          </a:bodyPr>
          <a:lstStyle/>
          <a:p>
            <a:pPr algn="ctr"/>
            <a:r>
              <a:rPr lang="en-US" sz="2000" b="0" dirty="0">
                <a:effectLst/>
                <a:latin typeface="Consolas" panose="020B0609020204030204" pitchFamily="49" charset="0"/>
              </a:rPr>
              <a:t>A modern Learning Management System for the next-generation student.</a:t>
            </a:r>
          </a:p>
          <a:p>
            <a:pPr algn="ctr"/>
            <a:r>
              <a:rPr lang="en-US" sz="2000" b="0" dirty="0">
                <a:effectLst/>
                <a:latin typeface="Consolas" panose="020B0609020204030204" pitchFamily="49" charset="0"/>
              </a:rPr>
              <a:t>To help students stay organized, focused, and productive by combining course management with smart study tools.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7386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BDEF2-DB5A-F095-1646-92249B8F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190625"/>
            <a:ext cx="10018713" cy="1247774"/>
          </a:xfrm>
        </p:spPr>
        <p:txBody>
          <a:bodyPr>
            <a:normAutofit/>
          </a:bodyPr>
          <a:lstStyle/>
          <a:p>
            <a:r>
              <a:rPr lang="en-IN" b="1" dirty="0">
                <a:effectLst/>
                <a:latin typeface="Consolas" panose="020B0609020204030204" pitchFamily="49" charset="0"/>
              </a:rPr>
              <a:t>User Dashboards (Roles)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6939C-25ED-5408-D046-6DEFE582B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819399"/>
            <a:ext cx="3201989" cy="3124201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Consolas" panose="020B0609020204030204" pitchFamily="49" charset="0"/>
              </a:rPr>
              <a:t>For Students:</a:t>
            </a:r>
            <a:r>
              <a:rPr lang="en-US" b="0" dirty="0">
                <a:effectLst/>
                <a:latin typeface="Consolas" panose="020B0609020204030204" pitchFamily="49" charset="0"/>
              </a:rPr>
              <a:t> Focused on their personalized study schedule, task lists, and focus timers.</a:t>
            </a:r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C11F6F-2999-59C9-99DA-E8A0437CD74E}"/>
              </a:ext>
            </a:extLst>
          </p:cNvPr>
          <p:cNvSpPr txBox="1">
            <a:spLocks/>
          </p:cNvSpPr>
          <p:nvPr/>
        </p:nvSpPr>
        <p:spPr>
          <a:xfrm>
            <a:off x="5152231" y="2666999"/>
            <a:ext cx="3602040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4A77C1-70D7-2EE4-0B8D-C99C240F1BD8}"/>
              </a:ext>
            </a:extLst>
          </p:cNvPr>
          <p:cNvSpPr txBox="1">
            <a:spLocks/>
          </p:cNvSpPr>
          <p:nvPr/>
        </p:nvSpPr>
        <p:spPr>
          <a:xfrm>
            <a:off x="8820151" y="2666999"/>
            <a:ext cx="3602040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BCE38E-101F-EFE1-618D-24857622C0CD}"/>
              </a:ext>
            </a:extLst>
          </p:cNvPr>
          <p:cNvSpPr txBox="1">
            <a:spLocks/>
          </p:cNvSpPr>
          <p:nvPr/>
        </p:nvSpPr>
        <p:spPr>
          <a:xfrm>
            <a:off x="4686300" y="2743199"/>
            <a:ext cx="3201989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onsolas" panose="020B0609020204030204" pitchFamily="49" charset="0"/>
              </a:rPr>
              <a:t>For Teachers:</a:t>
            </a:r>
            <a:r>
              <a:rPr lang="en-US" dirty="0">
                <a:latin typeface="Consolas" panose="020B0609020204030204" pitchFamily="49" charset="0"/>
              </a:rPr>
              <a:t> Tools to manage course content and provide feedback on student reports.</a:t>
            </a:r>
          </a:p>
          <a:p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34362C-64B6-0831-4E40-D4DBC8E6EAF5}"/>
              </a:ext>
            </a:extLst>
          </p:cNvPr>
          <p:cNvSpPr txBox="1">
            <a:spLocks/>
          </p:cNvSpPr>
          <p:nvPr/>
        </p:nvSpPr>
        <p:spPr>
          <a:xfrm>
            <a:off x="7888289" y="2819399"/>
            <a:ext cx="3201989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onsolas" panose="020B0609020204030204" pitchFamily="49" charset="0"/>
              </a:rPr>
              <a:t>For Admins: </a:t>
            </a:r>
            <a:r>
              <a:rPr lang="en-US" dirty="0">
                <a:latin typeface="Consolas" panose="020B0609020204030204" pitchFamily="49" charset="0"/>
              </a:rPr>
              <a:t>A bird's-eye view of the system to monitor activity and manage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91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F9F1-D9C7-2856-930F-7ACFA46F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F8A66-61B4-0D63-5046-74F7FCD50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User authentication with role-based access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Course creation and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Task board with Kanban-style workflow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Focus mode / study session tracking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Analytics dashboard with charts and reports</a:t>
            </a:r>
          </a:p>
        </p:txBody>
      </p:sp>
    </p:spTree>
    <p:extLst>
      <p:ext uri="{BB962C8B-B14F-4D97-AF65-F5344CB8AC3E}">
        <p14:creationId xmlns:p14="http://schemas.microsoft.com/office/powerpoint/2010/main" val="108765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3C1E-5DB0-F759-9E7E-C475B4C7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egoe WPC"/>
              </a:rPr>
              <a:t>Technology Stack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619EB-0568-8F2A-DB3E-182AF0003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Backend: </a:t>
            </a:r>
            <a:r>
              <a:rPr lang="en-IN" b="0" i="0" dirty="0" err="1">
                <a:effectLst/>
                <a:latin typeface="Segoe WPC"/>
              </a:rPr>
              <a:t>FastAPI</a:t>
            </a:r>
            <a:r>
              <a:rPr lang="en-IN" b="0" i="0" dirty="0">
                <a:effectLst/>
                <a:latin typeface="Segoe WPC"/>
              </a:rPr>
              <a:t> + Python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Frontend: React + </a:t>
            </a:r>
            <a:r>
              <a:rPr lang="en-IN" b="0" i="0" dirty="0" err="1">
                <a:effectLst/>
                <a:latin typeface="Segoe WPC"/>
              </a:rPr>
              <a:t>Vite</a:t>
            </a:r>
            <a:endParaRPr lang="en-IN" b="0" i="0" dirty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Database: MySQL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UI: Custom CSS + React components</a:t>
            </a:r>
          </a:p>
        </p:txBody>
      </p:sp>
    </p:spTree>
    <p:extLst>
      <p:ext uri="{BB962C8B-B14F-4D97-AF65-F5344CB8AC3E}">
        <p14:creationId xmlns:p14="http://schemas.microsoft.com/office/powerpoint/2010/main" val="2112144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EA65-8173-7986-031D-C65FAC13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egoe WPC"/>
              </a:rPr>
              <a:t>Project Benefits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A130B-7D64-64A3-9A6D-3004DBB2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Helps students stay organized and focused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Gives teachers tools to manage courses and review progress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Combines planning and analytics in one app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Easy to extend for future features like reminders or mobile apps</a:t>
            </a:r>
          </a:p>
        </p:txBody>
      </p:sp>
    </p:spTree>
    <p:extLst>
      <p:ext uri="{BB962C8B-B14F-4D97-AF65-F5344CB8AC3E}">
        <p14:creationId xmlns:p14="http://schemas.microsoft.com/office/powerpoint/2010/main" val="128189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408B-7AD8-B974-5FE9-C732BEF9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Development Workflow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A4B1E-FF71-6E94-D879-B84C3213F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up backend and frontend separately</a:t>
            </a:r>
          </a:p>
          <a:p>
            <a:r>
              <a:rPr lang="en-US" dirty="0"/>
              <a:t>Run MySQL database and initialize schema</a:t>
            </a:r>
          </a:p>
          <a:p>
            <a:r>
              <a:rPr lang="en-US" dirty="0"/>
              <a:t>Use </a:t>
            </a:r>
            <a:r>
              <a:rPr lang="en-US" dirty="0" err="1"/>
              <a:t>uvicorn</a:t>
            </a:r>
            <a:r>
              <a:rPr lang="en-US" dirty="0"/>
              <a:t> for backend development</a:t>
            </a:r>
          </a:p>
          <a:p>
            <a:r>
              <a:rPr lang="en-US" dirty="0"/>
              <a:t>Use </a:t>
            </a:r>
            <a:r>
              <a:rPr lang="en-US" dirty="0" err="1"/>
              <a:t>Vite</a:t>
            </a:r>
            <a:r>
              <a:rPr lang="en-US" dirty="0"/>
              <a:t> dev server for React frontend</a:t>
            </a:r>
          </a:p>
          <a:p>
            <a:r>
              <a:rPr lang="en-US" dirty="0"/>
              <a:t>Test API endpoints and user flows manually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3557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42</TotalTime>
  <Words>203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Consolas</vt:lpstr>
      <vt:lpstr>Corbel</vt:lpstr>
      <vt:lpstr>Segoe WPC</vt:lpstr>
      <vt:lpstr>Parallax</vt:lpstr>
      <vt:lpstr>SMART PLANNER LMS</vt:lpstr>
      <vt:lpstr>User Dashboards (Roles)</vt:lpstr>
      <vt:lpstr>Key features</vt:lpstr>
      <vt:lpstr>Technology Stack</vt:lpstr>
      <vt:lpstr>Project Benefits</vt:lpstr>
      <vt:lpstr>Development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PLANNER LMS</dc:title>
  <dc:creator>Ayush Chaurasiya</dc:creator>
  <cp:lastModifiedBy>Ayush Chaurasiya</cp:lastModifiedBy>
  <cp:revision>5</cp:revision>
  <dcterms:created xsi:type="dcterms:W3CDTF">2026-05-04T17:39:51Z</dcterms:created>
  <dcterms:modified xsi:type="dcterms:W3CDTF">2026-05-07T05:03:20Z</dcterms:modified>
</cp:coreProperties>
</file>